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5" d="100"/>
          <a:sy n="75" d="100"/>
        </p:scale>
        <p:origin x="72"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BC398-B88C-1DDB-E439-55EE6B8873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C054A1-8DE5-29A7-FA13-3F0691F7A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46A6765-17D1-AC73-C798-826FCE3A7BF3}"/>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5" name="Footer Placeholder 4">
            <a:extLst>
              <a:ext uri="{FF2B5EF4-FFF2-40B4-BE49-F238E27FC236}">
                <a16:creationId xmlns:a16="http://schemas.microsoft.com/office/drawing/2014/main" id="{B3F52A58-B9E4-EAF8-6B5E-BBD2D93778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B98B61-C87F-6C68-666A-E582C5087F3B}"/>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765990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F4116-FBE1-D76E-AC7C-AADBD41E11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A15289-2872-0293-1FC8-93018188AD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67425A-C5AF-D3DA-8F4C-C7E9CA6CA542}"/>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5" name="Footer Placeholder 4">
            <a:extLst>
              <a:ext uri="{FF2B5EF4-FFF2-40B4-BE49-F238E27FC236}">
                <a16:creationId xmlns:a16="http://schemas.microsoft.com/office/drawing/2014/main" id="{96062016-5012-DF57-F770-54F9A84E06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E27E1C-F1B1-7A6F-35E6-259BB5791073}"/>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1373910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2AFED-319A-FC12-97B1-BCFCEDB359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F39E20-6242-CBBE-2ACD-2A938AF668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373321-C78D-D384-3A24-85728C5EE5F1}"/>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5" name="Footer Placeholder 4">
            <a:extLst>
              <a:ext uri="{FF2B5EF4-FFF2-40B4-BE49-F238E27FC236}">
                <a16:creationId xmlns:a16="http://schemas.microsoft.com/office/drawing/2014/main" id="{F8E76C62-1D57-64DE-F180-7F277A9D6E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E890B3-2168-FB33-70BB-59FFA2235C56}"/>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1011758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CACB5-D8F3-E587-120A-6E75B71A9E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65C530-499A-D2F4-67F5-0F852E2D79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7FAE5A4-4AF1-918D-02AE-7A8882C949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3DD9F3-7D0E-3F73-0049-A36132C723FA}"/>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6" name="Footer Placeholder 5">
            <a:extLst>
              <a:ext uri="{FF2B5EF4-FFF2-40B4-BE49-F238E27FC236}">
                <a16:creationId xmlns:a16="http://schemas.microsoft.com/office/drawing/2014/main" id="{93E826C8-A0FA-59C2-2031-AA8CEDD546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81FD51-7FB5-91BC-3A3C-1AD37A09A1DF}"/>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3730778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699C2-AF66-F1F0-0C04-D3BDA4BF24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6DC2D8-6C52-20A1-CF34-2DFC9AEB72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333686-DF35-2871-4E3F-759B31D1B5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FE2100-819A-1128-1767-32DAE83907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96CB02-F086-EE3F-86B1-86D47B45D7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200CDB0-69B8-8F7D-66D6-A8E5867DFE3E}"/>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8" name="Footer Placeholder 7">
            <a:extLst>
              <a:ext uri="{FF2B5EF4-FFF2-40B4-BE49-F238E27FC236}">
                <a16:creationId xmlns:a16="http://schemas.microsoft.com/office/drawing/2014/main" id="{EC351EA9-77F7-2E98-7FB5-C37A08928F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4E64CE5-930E-90FE-A6EB-83CFEDD15ECA}"/>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4262269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867A5-D7D0-4916-E321-38E558FA93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65487D-8D7A-3C30-4198-B6F877972272}"/>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4" name="Footer Placeholder 3">
            <a:extLst>
              <a:ext uri="{FF2B5EF4-FFF2-40B4-BE49-F238E27FC236}">
                <a16:creationId xmlns:a16="http://schemas.microsoft.com/office/drawing/2014/main" id="{9C7C988E-AC5A-9E1D-2B5D-F1B481B62E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04CAEC-323D-2F0A-21E7-A37B54F8C272}"/>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4086532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CFB12D-EFB0-84AA-F6EF-EE2715E0D40F}"/>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3" name="Footer Placeholder 2">
            <a:extLst>
              <a:ext uri="{FF2B5EF4-FFF2-40B4-BE49-F238E27FC236}">
                <a16:creationId xmlns:a16="http://schemas.microsoft.com/office/drawing/2014/main" id="{8364DACF-898F-0BAA-D74D-194BA57ECC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6B5882-FD84-CED3-F21F-363C0EBBB8B5}"/>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1626929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0A8B-0478-0049-3530-30FCDCBA83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74338F7-D873-BB09-62D8-96B37C5276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63DD205-C84D-1923-8410-286A2D11CD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138B28-A851-E3E3-BBEE-D92ACC7EC27C}"/>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6" name="Footer Placeholder 5">
            <a:extLst>
              <a:ext uri="{FF2B5EF4-FFF2-40B4-BE49-F238E27FC236}">
                <a16:creationId xmlns:a16="http://schemas.microsoft.com/office/drawing/2014/main" id="{5A65B8E8-3FE7-8135-40FB-22D474BBF1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9AF945-7CDC-3E28-FC16-6078854401C9}"/>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2325471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1CEDA-32F7-1670-A89D-B816287DD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D11B9BE-CD53-D4FB-8AAC-266794F526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FE4E469-7F00-DD16-E882-924550A6B7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20A652-8D06-E411-93BD-0CCDFB2AA835}"/>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6" name="Footer Placeholder 5">
            <a:extLst>
              <a:ext uri="{FF2B5EF4-FFF2-40B4-BE49-F238E27FC236}">
                <a16:creationId xmlns:a16="http://schemas.microsoft.com/office/drawing/2014/main" id="{73572761-74DB-AA5E-7EE4-13747091DC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1ED7D7-98BB-22DB-17B0-E424F7D16B2A}"/>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1508920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263A9-07E0-0277-3582-C5B880C358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79C290-F345-848C-43FC-A658E44C31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8F3049-2793-8AF5-A03E-9F32F6EF2036}"/>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5" name="Footer Placeholder 4">
            <a:extLst>
              <a:ext uri="{FF2B5EF4-FFF2-40B4-BE49-F238E27FC236}">
                <a16:creationId xmlns:a16="http://schemas.microsoft.com/office/drawing/2014/main" id="{AE4FB2E0-D31E-1A10-4403-36431490AE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928089-8536-90E3-0155-ADD4046418C5}"/>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1489790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DA49C7-988F-008B-1E7F-2E95339593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07BCA6-4DEA-E154-4FD9-6DF69D895A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EA7F96-D90E-CD61-A1EA-FE6B907A4427}"/>
              </a:ext>
            </a:extLst>
          </p:cNvPr>
          <p:cNvSpPr>
            <a:spLocks noGrp="1"/>
          </p:cNvSpPr>
          <p:nvPr>
            <p:ph type="dt" sz="half" idx="10"/>
          </p:nvPr>
        </p:nvSpPr>
        <p:spPr/>
        <p:txBody>
          <a:bodyPr/>
          <a:lstStyle/>
          <a:p>
            <a:fld id="{7B594F67-1ED5-4D00-8942-864349DBEE62}" type="datetimeFigureOut">
              <a:rPr lang="en-IN" smtClean="0"/>
              <a:t>23-06-2026</a:t>
            </a:fld>
            <a:endParaRPr lang="en-IN"/>
          </a:p>
        </p:txBody>
      </p:sp>
      <p:sp>
        <p:nvSpPr>
          <p:cNvPr id="5" name="Footer Placeholder 4">
            <a:extLst>
              <a:ext uri="{FF2B5EF4-FFF2-40B4-BE49-F238E27FC236}">
                <a16:creationId xmlns:a16="http://schemas.microsoft.com/office/drawing/2014/main" id="{5302A8FD-DD02-3274-5F30-A6F0523499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F60EB4-D247-E61E-9717-228C9A733993}"/>
              </a:ext>
            </a:extLst>
          </p:cNvPr>
          <p:cNvSpPr>
            <a:spLocks noGrp="1"/>
          </p:cNvSpPr>
          <p:nvPr>
            <p:ph type="sldNum" sz="quarter" idx="12"/>
          </p:nvPr>
        </p:nvSpPr>
        <p:spPr/>
        <p:txBody>
          <a:bodyPr/>
          <a:lstStyle/>
          <a:p>
            <a:fld id="{29A73187-7A74-41F7-A8D4-1767AC8081AB}" type="slidenum">
              <a:rPr lang="en-IN" smtClean="0"/>
              <a:t>‹#›</a:t>
            </a:fld>
            <a:endParaRPr lang="en-IN"/>
          </a:p>
        </p:txBody>
      </p:sp>
    </p:spTree>
    <p:extLst>
      <p:ext uri="{BB962C8B-B14F-4D97-AF65-F5344CB8AC3E}">
        <p14:creationId xmlns:p14="http://schemas.microsoft.com/office/powerpoint/2010/main" val="26107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87073-A26B-5C0C-7245-A7CF02857F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B03979-58D4-7173-6109-691A20690D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A7F44D-D070-26E5-DCF7-506466916D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594F67-1ED5-4D00-8942-864349DBEE62}" type="datetimeFigureOut">
              <a:rPr lang="en-IN" smtClean="0"/>
              <a:t>23-06-2026</a:t>
            </a:fld>
            <a:endParaRPr lang="en-IN"/>
          </a:p>
        </p:txBody>
      </p:sp>
      <p:sp>
        <p:nvSpPr>
          <p:cNvPr id="5" name="Footer Placeholder 4">
            <a:extLst>
              <a:ext uri="{FF2B5EF4-FFF2-40B4-BE49-F238E27FC236}">
                <a16:creationId xmlns:a16="http://schemas.microsoft.com/office/drawing/2014/main" id="{A199D228-1065-4821-7D96-C59F11A75A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9D9A879-00B7-28D3-CC71-93AFDE2C67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A73187-7A74-41F7-A8D4-1767AC8081AB}" type="slidenum">
              <a:rPr lang="en-IN" smtClean="0"/>
              <a:t>‹#›</a:t>
            </a:fld>
            <a:endParaRPr lang="en-IN"/>
          </a:p>
        </p:txBody>
      </p:sp>
    </p:spTree>
    <p:extLst>
      <p:ext uri="{BB962C8B-B14F-4D97-AF65-F5344CB8AC3E}">
        <p14:creationId xmlns:p14="http://schemas.microsoft.com/office/powerpoint/2010/main" val="3075052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E772-54CB-6189-2CA2-0D2FA23BBDC5}"/>
              </a:ext>
            </a:extLst>
          </p:cNvPr>
          <p:cNvSpPr>
            <a:spLocks noGrp="1"/>
          </p:cNvSpPr>
          <p:nvPr>
            <p:ph type="ctrTitle"/>
          </p:nvPr>
        </p:nvSpPr>
        <p:spPr>
          <a:xfrm>
            <a:off x="1127760" y="868363"/>
            <a:ext cx="9144000" cy="2133599"/>
          </a:xfrm>
        </p:spPr>
        <p:txBody>
          <a:bodyPr>
            <a:normAutofit/>
          </a:bodyPr>
          <a:lstStyle/>
          <a:p>
            <a:pPr algn="l"/>
            <a:r>
              <a:rPr lang="en-US" dirty="0">
                <a:solidFill>
                  <a:schemeClr val="accent1">
                    <a:lumMod val="75000"/>
                  </a:schemeClr>
                </a:solidFill>
              </a:rPr>
              <a:t>CALORIE CALCULATOR</a:t>
            </a:r>
            <a:br>
              <a:rPr lang="en-US" dirty="0">
                <a:solidFill>
                  <a:schemeClr val="accent1">
                    <a:lumMod val="75000"/>
                  </a:schemeClr>
                </a:solidFill>
              </a:rPr>
            </a:br>
            <a:endParaRPr lang="en-IN" dirty="0">
              <a:solidFill>
                <a:schemeClr val="accent1">
                  <a:lumMod val="75000"/>
                </a:schemeClr>
              </a:solidFill>
            </a:endParaRPr>
          </a:p>
        </p:txBody>
      </p:sp>
      <p:sp>
        <p:nvSpPr>
          <p:cNvPr id="3" name="Subtitle 2">
            <a:extLst>
              <a:ext uri="{FF2B5EF4-FFF2-40B4-BE49-F238E27FC236}">
                <a16:creationId xmlns:a16="http://schemas.microsoft.com/office/drawing/2014/main" id="{BA80C779-C6BC-20EC-198A-1EF36AB841DA}"/>
              </a:ext>
            </a:extLst>
          </p:cNvPr>
          <p:cNvSpPr>
            <a:spLocks noGrp="1"/>
          </p:cNvSpPr>
          <p:nvPr>
            <p:ph type="subTitle" idx="1"/>
          </p:nvPr>
        </p:nvSpPr>
        <p:spPr>
          <a:xfrm>
            <a:off x="579120" y="2601119"/>
            <a:ext cx="9144000" cy="1655762"/>
          </a:xfrm>
        </p:spPr>
        <p:txBody>
          <a:bodyPr>
            <a:noAutofit/>
          </a:bodyPr>
          <a:lstStyle/>
          <a:p>
            <a:pPr algn="l"/>
            <a:r>
              <a:rPr lang="en-US" sz="3200" dirty="0"/>
              <a:t>MINI PROJECT:</a:t>
            </a:r>
            <a:br>
              <a:rPr lang="en-US" sz="3200" dirty="0"/>
            </a:br>
            <a:r>
              <a:rPr lang="en-US" sz="3200" dirty="0"/>
              <a:t>TEAM MEMBERS:</a:t>
            </a:r>
            <a:br>
              <a:rPr lang="en-US" sz="3200" dirty="0"/>
            </a:br>
            <a:r>
              <a:rPr lang="en-US" sz="3200" dirty="0"/>
              <a:t>M.AHAMMED HUSSAIN</a:t>
            </a:r>
            <a:br>
              <a:rPr lang="en-US" sz="3200" dirty="0"/>
            </a:br>
            <a:r>
              <a:rPr lang="en-US" sz="3200" dirty="0"/>
              <a:t>V.THRINATH REDDY</a:t>
            </a:r>
            <a:br>
              <a:rPr lang="en-US" sz="3200" dirty="0"/>
            </a:br>
            <a:r>
              <a:rPr lang="en-US" sz="3200" dirty="0"/>
              <a:t>G.VISWANATH SHARMA</a:t>
            </a:r>
            <a:br>
              <a:rPr lang="en-US" sz="3200" dirty="0"/>
            </a:br>
            <a:endParaRPr lang="en-IN" sz="3200" dirty="0"/>
          </a:p>
        </p:txBody>
      </p:sp>
    </p:spTree>
    <p:extLst>
      <p:ext uri="{BB962C8B-B14F-4D97-AF65-F5344CB8AC3E}">
        <p14:creationId xmlns:p14="http://schemas.microsoft.com/office/powerpoint/2010/main" val="1225564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EB6BB-8349-4EE3-604F-271A03550984}"/>
              </a:ext>
            </a:extLst>
          </p:cNvPr>
          <p:cNvSpPr>
            <a:spLocks noGrp="1"/>
          </p:cNvSpPr>
          <p:nvPr>
            <p:ph type="title"/>
          </p:nvPr>
        </p:nvSpPr>
        <p:spPr/>
        <p:txBody>
          <a:bodyPr/>
          <a:lstStyle/>
          <a:p>
            <a:r>
              <a:rPr lang="en-US" dirty="0">
                <a:solidFill>
                  <a:schemeClr val="accent1">
                    <a:lumMod val="75000"/>
                  </a:schemeClr>
                </a:solidFill>
              </a:rPr>
              <a:t>PROBLEM STATEMENT</a:t>
            </a:r>
            <a:endParaRPr lang="en-IN" dirty="0">
              <a:solidFill>
                <a:schemeClr val="accent1">
                  <a:lumMod val="75000"/>
                </a:schemeClr>
              </a:solidFill>
            </a:endParaRPr>
          </a:p>
        </p:txBody>
      </p:sp>
      <p:sp>
        <p:nvSpPr>
          <p:cNvPr id="3" name="Content Placeholder 2">
            <a:extLst>
              <a:ext uri="{FF2B5EF4-FFF2-40B4-BE49-F238E27FC236}">
                <a16:creationId xmlns:a16="http://schemas.microsoft.com/office/drawing/2014/main" id="{14805AAD-3B81-8913-C2DF-02B9FC29D1FA}"/>
              </a:ext>
            </a:extLst>
          </p:cNvPr>
          <p:cNvSpPr>
            <a:spLocks noGrp="1"/>
          </p:cNvSpPr>
          <p:nvPr>
            <p:ph idx="1"/>
          </p:nvPr>
        </p:nvSpPr>
        <p:spPr/>
        <p:txBody>
          <a:bodyPr/>
          <a:lstStyle/>
          <a:p>
            <a:r>
              <a:rPr lang="en-IN" dirty="0"/>
              <a:t>User Registration and Login</a:t>
            </a:r>
          </a:p>
          <a:p>
            <a:r>
              <a:rPr lang="en-IN" dirty="0"/>
              <a:t>Input of personal details (age, gender, height, weight)</a:t>
            </a:r>
          </a:p>
          <a:p>
            <a:r>
              <a:rPr lang="en-IN" dirty="0"/>
              <a:t>Selection of activity level</a:t>
            </a:r>
          </a:p>
          <a:p>
            <a:r>
              <a:rPr lang="en-IN" dirty="0"/>
              <a:t>Automatic calculation of Basal Metabolic Rate (BMR)</a:t>
            </a:r>
          </a:p>
          <a:p>
            <a:r>
              <a:rPr lang="en-IN" dirty="0"/>
              <a:t>Daily calorie requirement calculation</a:t>
            </a:r>
          </a:p>
        </p:txBody>
      </p:sp>
    </p:spTree>
    <p:extLst>
      <p:ext uri="{BB962C8B-B14F-4D97-AF65-F5344CB8AC3E}">
        <p14:creationId xmlns:p14="http://schemas.microsoft.com/office/powerpoint/2010/main" val="3061909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9120-7B7C-6B41-5BCD-6BEEE1B0D5E8}"/>
              </a:ext>
            </a:extLst>
          </p:cNvPr>
          <p:cNvSpPr>
            <a:spLocks noGrp="1"/>
          </p:cNvSpPr>
          <p:nvPr>
            <p:ph type="title"/>
          </p:nvPr>
        </p:nvSpPr>
        <p:spPr/>
        <p:txBody>
          <a:bodyPr/>
          <a:lstStyle/>
          <a:p>
            <a:r>
              <a:rPr lang="en-US" dirty="0">
                <a:solidFill>
                  <a:schemeClr val="accent1">
                    <a:lumMod val="75000"/>
                  </a:schemeClr>
                </a:solidFill>
              </a:rPr>
              <a:t>METHODOLOGY</a:t>
            </a:r>
            <a:endParaRPr lang="en-IN" dirty="0">
              <a:solidFill>
                <a:schemeClr val="accent1">
                  <a:lumMod val="75000"/>
                </a:schemeClr>
              </a:solidFill>
            </a:endParaRPr>
          </a:p>
        </p:txBody>
      </p:sp>
      <p:sp>
        <p:nvSpPr>
          <p:cNvPr id="3" name="Content Placeholder 2">
            <a:extLst>
              <a:ext uri="{FF2B5EF4-FFF2-40B4-BE49-F238E27FC236}">
                <a16:creationId xmlns:a16="http://schemas.microsoft.com/office/drawing/2014/main" id="{4FB349BA-204E-D3C3-6719-2DDE9105C794}"/>
              </a:ext>
            </a:extLst>
          </p:cNvPr>
          <p:cNvSpPr>
            <a:spLocks noGrp="1"/>
          </p:cNvSpPr>
          <p:nvPr>
            <p:ph idx="1"/>
          </p:nvPr>
        </p:nvSpPr>
        <p:spPr/>
        <p:txBody>
          <a:bodyPr>
            <a:normAutofit fontScale="92500" lnSpcReduction="20000"/>
          </a:bodyPr>
          <a:lstStyle/>
          <a:p>
            <a:r>
              <a:rPr lang="en-IN" b="1" dirty="0"/>
              <a:t>User Registration/Login:</a:t>
            </a:r>
            <a:r>
              <a:rPr lang="en-IN" dirty="0"/>
              <a:t> Users create an account and log in to the system. </a:t>
            </a:r>
          </a:p>
          <a:p>
            <a:r>
              <a:rPr lang="en-IN" b="1" dirty="0"/>
              <a:t>Enter Personal Details</a:t>
            </a:r>
            <a:r>
              <a:rPr lang="en-IN" dirty="0"/>
              <a:t> :Users enter age, gender, height, weight, and activity level. </a:t>
            </a:r>
          </a:p>
          <a:p>
            <a:r>
              <a:rPr lang="en-IN" b="1" dirty="0"/>
              <a:t>Calculate Calories:</a:t>
            </a:r>
            <a:r>
              <a:rPr lang="en-IN" dirty="0"/>
              <a:t> The system calculates the user's daily calorie requirement using standard formulas. </a:t>
            </a:r>
          </a:p>
          <a:p>
            <a:r>
              <a:rPr lang="en-IN" b="1" dirty="0"/>
              <a:t>Display Results:</a:t>
            </a:r>
            <a:r>
              <a:rPr lang="en-IN" dirty="0"/>
              <a:t> The calculated daily calories are displayed along with suggestions for: </a:t>
            </a:r>
          </a:p>
          <a:p>
            <a:pPr lvl="1"/>
            <a:r>
              <a:rPr lang="en-IN" dirty="0"/>
              <a:t>Weight Maintenance </a:t>
            </a:r>
          </a:p>
          <a:p>
            <a:pPr lvl="1"/>
            <a:r>
              <a:rPr lang="en-IN" dirty="0"/>
              <a:t>Weight Loss </a:t>
            </a:r>
          </a:p>
          <a:p>
            <a:pPr lvl="1"/>
            <a:r>
              <a:rPr lang="en-IN" dirty="0"/>
              <a:t>Weight Gain </a:t>
            </a:r>
          </a:p>
          <a:p>
            <a:r>
              <a:rPr lang="en-IN" b="1" dirty="0"/>
              <a:t>Store Data</a:t>
            </a:r>
            <a:r>
              <a:rPr lang="en-IN" dirty="0"/>
              <a:t> :User details and calculation history are saved in the database.</a:t>
            </a:r>
          </a:p>
          <a:p>
            <a:endParaRPr lang="en-IN" dirty="0"/>
          </a:p>
        </p:txBody>
      </p:sp>
    </p:spTree>
    <p:extLst>
      <p:ext uri="{BB962C8B-B14F-4D97-AF65-F5344CB8AC3E}">
        <p14:creationId xmlns:p14="http://schemas.microsoft.com/office/powerpoint/2010/main" val="739306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4B0AC-565A-BE39-0A78-CF4DECAFDC2E}"/>
              </a:ext>
            </a:extLst>
          </p:cNvPr>
          <p:cNvSpPr>
            <a:spLocks noGrp="1"/>
          </p:cNvSpPr>
          <p:nvPr>
            <p:ph type="title"/>
          </p:nvPr>
        </p:nvSpPr>
        <p:spPr/>
        <p:txBody>
          <a:bodyPr/>
          <a:lstStyle/>
          <a:p>
            <a:r>
              <a:rPr lang="en-US" dirty="0">
                <a:solidFill>
                  <a:schemeClr val="accent1">
                    <a:lumMod val="75000"/>
                  </a:schemeClr>
                </a:solidFill>
              </a:rPr>
              <a:t>OUTCOME</a:t>
            </a:r>
            <a:endParaRPr lang="en-IN" dirty="0">
              <a:solidFill>
                <a:schemeClr val="accent1">
                  <a:lumMod val="75000"/>
                </a:schemeClr>
              </a:solidFill>
            </a:endParaRPr>
          </a:p>
        </p:txBody>
      </p:sp>
      <p:sp>
        <p:nvSpPr>
          <p:cNvPr id="3" name="Content Placeholder 2">
            <a:extLst>
              <a:ext uri="{FF2B5EF4-FFF2-40B4-BE49-F238E27FC236}">
                <a16:creationId xmlns:a16="http://schemas.microsoft.com/office/drawing/2014/main" id="{9B45637A-BB4D-6BB1-E90B-E25F2E26D0A3}"/>
              </a:ext>
            </a:extLst>
          </p:cNvPr>
          <p:cNvSpPr>
            <a:spLocks noGrp="1"/>
          </p:cNvSpPr>
          <p:nvPr>
            <p:ph idx="1"/>
          </p:nvPr>
        </p:nvSpPr>
        <p:spPr/>
        <p:txBody>
          <a:bodyPr/>
          <a:lstStyle/>
          <a:p>
            <a:r>
              <a:rPr lang="en-IN" sz="2000" dirty="0"/>
              <a:t>The </a:t>
            </a:r>
            <a:r>
              <a:rPr lang="en-IN" sz="2000" b="1" dirty="0"/>
              <a:t>Calorie Calculator using Django</a:t>
            </a:r>
            <a:r>
              <a:rPr lang="en-IN" sz="2000" dirty="0"/>
              <a:t> successfully calculates the daily calorie requirements of users based on their age, gender, height, weight, and activity level. The system provides personalized calorie recommendations for maintaining, losing, or gaining weight. It offers a simple and user-friendly interface, stores user data securely, and helps users make informed decisions about their diet and fitness goals</a:t>
            </a:r>
            <a:r>
              <a:rPr lang="en-IN" dirty="0"/>
              <a:t>.</a:t>
            </a:r>
          </a:p>
          <a:p>
            <a:pPr marL="0" indent="0">
              <a:buNone/>
            </a:pPr>
            <a:endParaRPr lang="en-IN" dirty="0"/>
          </a:p>
        </p:txBody>
      </p:sp>
      <p:pic>
        <p:nvPicPr>
          <p:cNvPr id="5" name="Picture 4">
            <a:extLst>
              <a:ext uri="{FF2B5EF4-FFF2-40B4-BE49-F238E27FC236}">
                <a16:creationId xmlns:a16="http://schemas.microsoft.com/office/drawing/2014/main" id="{7B406434-99DB-4D28-D674-8814FCBEF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4760" y="3344260"/>
            <a:ext cx="4602480" cy="3148615"/>
          </a:xfrm>
          <a:prstGeom prst="rect">
            <a:avLst/>
          </a:prstGeom>
        </p:spPr>
      </p:pic>
    </p:spTree>
    <p:extLst>
      <p:ext uri="{BB962C8B-B14F-4D97-AF65-F5344CB8AC3E}">
        <p14:creationId xmlns:p14="http://schemas.microsoft.com/office/powerpoint/2010/main" val="1288508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337A4-257F-2A7B-6492-B8F798F2F06A}"/>
              </a:ext>
            </a:extLst>
          </p:cNvPr>
          <p:cNvSpPr>
            <a:spLocks noGrp="1"/>
          </p:cNvSpPr>
          <p:nvPr>
            <p:ph type="title"/>
          </p:nvPr>
        </p:nvSpPr>
        <p:spPr/>
        <p:txBody>
          <a:bodyPr/>
          <a:lstStyle/>
          <a:p>
            <a:r>
              <a:rPr lang="en-US" dirty="0">
                <a:solidFill>
                  <a:schemeClr val="accent1">
                    <a:lumMod val="75000"/>
                  </a:schemeClr>
                </a:solidFill>
              </a:rPr>
              <a:t>CONCLUSION</a:t>
            </a:r>
            <a:endParaRPr lang="en-IN" dirty="0">
              <a:solidFill>
                <a:schemeClr val="accent1">
                  <a:lumMod val="75000"/>
                </a:schemeClr>
              </a:solidFill>
            </a:endParaRPr>
          </a:p>
        </p:txBody>
      </p:sp>
      <p:sp>
        <p:nvSpPr>
          <p:cNvPr id="3" name="Content Placeholder 2">
            <a:extLst>
              <a:ext uri="{FF2B5EF4-FFF2-40B4-BE49-F238E27FC236}">
                <a16:creationId xmlns:a16="http://schemas.microsoft.com/office/drawing/2014/main" id="{FC1BD9C7-A609-49ED-0A9C-9B659F2216F0}"/>
              </a:ext>
            </a:extLst>
          </p:cNvPr>
          <p:cNvSpPr>
            <a:spLocks noGrp="1"/>
          </p:cNvSpPr>
          <p:nvPr>
            <p:ph idx="1"/>
          </p:nvPr>
        </p:nvSpPr>
        <p:spPr/>
        <p:txBody>
          <a:bodyPr/>
          <a:lstStyle/>
          <a:p>
            <a:r>
              <a:rPr lang="en-IN" sz="2400" dirty="0"/>
              <a:t>The </a:t>
            </a:r>
            <a:r>
              <a:rPr lang="en-IN" sz="2400" b="1" dirty="0"/>
              <a:t>Calorie Calculator using Django</a:t>
            </a:r>
            <a:r>
              <a:rPr lang="en-IN" sz="2400" dirty="0"/>
              <a:t> is a useful web application that helps users determine their daily calorie needs quickly and accurately. By using personal information such as age, gender, height, weight, and activity level, the system provides personalized calorie recommendations. The application is easy to use, efficient, and supports users in maintaining a healthy lifestyle and achieving their fitness goals.</a:t>
            </a:r>
          </a:p>
          <a:p>
            <a:endParaRPr lang="en-IN" dirty="0"/>
          </a:p>
        </p:txBody>
      </p:sp>
    </p:spTree>
    <p:extLst>
      <p:ext uri="{BB962C8B-B14F-4D97-AF65-F5344CB8AC3E}">
        <p14:creationId xmlns:p14="http://schemas.microsoft.com/office/powerpoint/2010/main" val="10887874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287</Words>
  <Application>Microsoft Office PowerPoint</Application>
  <PresentationFormat>Widescreen</PresentationFormat>
  <Paragraphs>21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CALORIE CALCULATOR </vt:lpstr>
      <vt:lpstr>PROBLEM STATEMENT</vt:lpstr>
      <vt:lpstr>METHODOLOGY</vt:lpstr>
      <vt:lpstr>OUTCOME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Ahammed Hussain 24AK5A0418</dc:creator>
  <cp:lastModifiedBy>Ahammed Hussain 24AK5A0418</cp:lastModifiedBy>
  <cp:revision>1</cp:revision>
  <dcterms:created xsi:type="dcterms:W3CDTF">2026-06-23T15:17:43Z</dcterms:created>
  <dcterms:modified xsi:type="dcterms:W3CDTF">2026-06-23T15:30:33Z</dcterms:modified>
</cp:coreProperties>
</file>